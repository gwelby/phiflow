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PhiFlow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Consciousness-Oriented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A research language with executable consciousness-oriented constructs and measurable self-correlation scaffolding.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Current Languages Are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Gap: Few tools bridge high-level consciousness concepts to executable, auditable runtime artifacts.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Traditional 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Input → Process → Output (feed-forward)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Agent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Observe externally, not self-model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Quantum SDKs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Circuit-level only, no semantics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Consciousness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Theoretical, not executable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5 First-Class Consciousness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```phi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intention { target: 0.618 }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witness { capture: state }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coherence { sensor: live }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resonate { emit: openqasm }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stream { flow: self-observing }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```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Not libraries. Language syntax.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Metrics Scaffolding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⚠️ Transparent: Type 4 canonical on HOLD pending R_out repair.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L_self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0.455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Synthetic self-correlation proxy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Focused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Passing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Benchmark + null tests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IBM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d7euddh5a5qc73drdosg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Heron r2 verified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Null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6/6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Current composite null gate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Real Quantum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Job: d7euddh5a5qc73drdosg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Backend: ibm_fez (Heron r2)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Date: 2026-04-14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Shots: 1024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Status: ✅ COMPLETED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Counts: `0x0 → 338`, `0x1 → 686`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Evidence: Scrubbed API export + dashboard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Codex Hostile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Verdict: ⚠️ Implementation scaffold verified; Type 4 confirmation on HOLD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Findings: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1. R_out measures model-vs-residual, not model→future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2. Null systems exceed L_self &gt; 0.1 threshold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3. Action variable parsed but unused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Response: Claims demoted, materials updated, path to canonical clear.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Differentiated Research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Positioning: PhiFlow creates a measurable research surface for self-observing programs.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PhiFlow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Qiskit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Cirq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Consciousness-oriented constructs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IBM hardware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Self-correlation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⚠️ scaffold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Physical sensor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Best Fit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1. Quantum R&amp;D Labs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IBM Quantum Network researchers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Cognitive-gate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2. Consciousness Researchers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Sensor-feedback protocols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Biological → quantum mapping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3. AI Infrastructure Teams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Self-observation protocols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Coherence-based stopping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4. Protocol Engineers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Signed handoff evidence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 - Attestation chains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Gold Receipt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What's Included: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One discovery session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One buyer-specific `.phi` workflow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One OpenQASM artifact (quantum paths)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Simulator + IBM hardware attempt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Test/conformance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- Reproduction notes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Price: $25,000–$35,000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Timeline: 6–8 weeks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Terms: 50% start, 50% on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Ready to Explore?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Immediate Actions: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1. Review evidence package: `docs/type4_evidence_package.md`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2. Verify IBM receipt files in the buyer evidence package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3. Run benchmark: `cargo run --release --bin type4_benchmark`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Contact: Greg Welby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Discovery Call: Schedule 30 minutes 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Status: Implementation scaffold complete; stronger Type 4 claims require `R_out` repair and threshold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